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2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81200" y="495300"/>
            <a:ext cx="15064179" cy="643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7"/>
              </a:lnSpc>
              <a:spcBef>
                <a:spcPct val="0"/>
              </a:spcBef>
            </a:pPr>
            <a:r>
              <a:rPr lang="en-US" sz="4800" b="1" spc="-92" dirty="0">
                <a:solidFill>
                  <a:schemeClr val="bg1"/>
                </a:solidFill>
                <a:latin typeface="Arsenal"/>
                <a:ea typeface="Arsenal"/>
                <a:cs typeface="Arsenal"/>
                <a:sym typeface="Arsenal"/>
              </a:rPr>
              <a:t>The Social Network </a:t>
            </a:r>
            <a:r>
              <a:rPr lang="en-US" sz="4800" b="1" spc="-92" dirty="0" err="1">
                <a:solidFill>
                  <a:schemeClr val="bg1"/>
                </a:solidFill>
                <a:latin typeface="Arsenal"/>
                <a:ea typeface="Arsenal"/>
                <a:cs typeface="Arsenal"/>
                <a:sym typeface="Arsenal"/>
              </a:rPr>
              <a:t>Graph:Unveiling</a:t>
            </a:r>
            <a:r>
              <a:rPr lang="en-US" sz="4800" b="1" spc="-92" dirty="0">
                <a:solidFill>
                  <a:schemeClr val="bg1"/>
                </a:solidFill>
                <a:latin typeface="Arsenal"/>
                <a:ea typeface="Arsenal"/>
                <a:cs typeface="Arsenal"/>
                <a:sym typeface="Arsenal"/>
              </a:rPr>
              <a:t> connections</a:t>
            </a:r>
          </a:p>
          <a:p>
            <a:pPr algn="ctr">
              <a:lnSpc>
                <a:spcPts val="6263"/>
              </a:lnSpc>
              <a:spcBef>
                <a:spcPct val="0"/>
              </a:spcBef>
            </a:pPr>
            <a:endParaRPr lang="en-US" sz="4605" spc="-92" dirty="0">
              <a:solidFill>
                <a:srgbClr val="FFFFFF"/>
              </a:solidFill>
              <a:latin typeface="Arsenal"/>
              <a:ea typeface="Arsenal"/>
              <a:cs typeface="Arsenal"/>
              <a:sym typeface="Arsenal"/>
            </a:endParaRPr>
          </a:p>
          <a:p>
            <a:pPr algn="ctr">
              <a:lnSpc>
                <a:spcPts val="6263"/>
              </a:lnSpc>
              <a:spcBef>
                <a:spcPct val="0"/>
              </a:spcBef>
            </a:pPr>
            <a:r>
              <a:rPr lang="en-US" sz="4473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TEAM MEMBERS</a:t>
            </a:r>
          </a:p>
          <a:p>
            <a:pPr algn="ctr">
              <a:lnSpc>
                <a:spcPts val="6263"/>
              </a:lnSpc>
              <a:spcBef>
                <a:spcPct val="0"/>
              </a:spcBef>
            </a:pPr>
            <a:endParaRPr lang="en-US" sz="4473" dirty="0">
              <a:solidFill>
                <a:srgbClr val="FFFFFF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ctr">
              <a:lnSpc>
                <a:spcPts val="6263"/>
              </a:lnSpc>
              <a:spcBef>
                <a:spcPct val="0"/>
              </a:spcBef>
            </a:pPr>
            <a:r>
              <a:rPr lang="en-US" sz="4473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A24126510122-B.Geetesh</a:t>
            </a:r>
          </a:p>
          <a:p>
            <a:pPr algn="ctr">
              <a:lnSpc>
                <a:spcPts val="6263"/>
              </a:lnSpc>
              <a:spcBef>
                <a:spcPct val="0"/>
              </a:spcBef>
            </a:pPr>
            <a:r>
              <a:rPr lang="en-US" sz="4473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A24126510132-G.Chandu</a:t>
            </a:r>
          </a:p>
          <a:p>
            <a:pPr algn="ctr">
              <a:lnSpc>
                <a:spcPts val="6263"/>
              </a:lnSpc>
              <a:spcBef>
                <a:spcPct val="0"/>
              </a:spcBef>
            </a:pPr>
            <a:r>
              <a:rPr lang="en-US" sz="4473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A24126510142-K.Joshnavi</a:t>
            </a:r>
          </a:p>
          <a:p>
            <a:pPr algn="ctr">
              <a:lnSpc>
                <a:spcPts val="6263"/>
              </a:lnSpc>
              <a:spcBef>
                <a:spcPct val="0"/>
              </a:spcBef>
            </a:pPr>
            <a:r>
              <a:rPr lang="en-US" sz="4473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A24126510152-P.Adarsh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2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092960"/>
            <a:ext cx="18288000" cy="617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4400" b="1" spc="-73" dirty="0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PROBLEM STATEMENT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Design a program to model a social network using graph data structures (Adjacency List or Adjacency Matrix). Each user in the network is represented as a node, and friendships between users are represented as edges.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Requirements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Add Friends: Allow users to create friendships with other users.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Suggest Mutual Friends: Recommend friends to a user based on mutual connections using BFS or DFS </a:t>
            </a:r>
            <a:r>
              <a:rPr lang="en-US" sz="3399" dirty="0" err="1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traversal.Shortest</a:t>
            </a:r>
            <a:r>
              <a:rPr lang="en-US" sz="3399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Connection Path: Find the shortest path of connections between any two users, showing how they are linked in the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2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6422" y="1697822"/>
            <a:ext cx="16446835" cy="591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4"/>
              </a:lnSpc>
              <a:spcBef>
                <a:spcPct val="0"/>
              </a:spcBef>
            </a:pPr>
            <a:r>
              <a:rPr lang="en-US" sz="4924" spc="-98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OBJECTIVE</a:t>
            </a:r>
          </a:p>
          <a:p>
            <a:pPr algn="ctr">
              <a:lnSpc>
                <a:spcPts val="6894"/>
              </a:lnSpc>
              <a:spcBef>
                <a:spcPct val="0"/>
              </a:spcBef>
            </a:pPr>
            <a:endParaRPr lang="en-US" sz="4924" spc="-98">
              <a:solidFill>
                <a:srgbClr val="FFFFFF"/>
              </a:solidFill>
              <a:latin typeface="Arsenal"/>
              <a:ea typeface="Arsenal"/>
              <a:cs typeface="Arsenal"/>
              <a:sym typeface="Arsenal"/>
            </a:endParaRPr>
          </a:p>
          <a:p>
            <a:pPr algn="ctr">
              <a:lnSpc>
                <a:spcPts val="6894"/>
              </a:lnSpc>
              <a:spcBef>
                <a:spcPct val="0"/>
              </a:spcBef>
            </a:pPr>
            <a:r>
              <a:rPr lang="en-US" sz="4924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• Model a social network using graph data structures.</a:t>
            </a:r>
          </a:p>
          <a:p>
            <a:pPr algn="l">
              <a:lnSpc>
                <a:spcPts val="6614"/>
              </a:lnSpc>
            </a:pPr>
            <a:r>
              <a:rPr lang="en-US" sz="4724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• Allow users to add and manage friendships.</a:t>
            </a:r>
          </a:p>
          <a:p>
            <a:pPr algn="l">
              <a:lnSpc>
                <a:spcPts val="6614"/>
              </a:lnSpc>
              <a:spcBef>
                <a:spcPct val="0"/>
              </a:spcBef>
            </a:pPr>
            <a:r>
              <a:rPr lang="en-US" sz="4724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• Suggest mutual friends using BFS/DFS traversal.</a:t>
            </a:r>
          </a:p>
          <a:p>
            <a:pPr algn="l">
              <a:lnSpc>
                <a:spcPts val="6614"/>
              </a:lnSpc>
              <a:spcBef>
                <a:spcPct val="0"/>
              </a:spcBef>
            </a:pPr>
            <a:r>
              <a:rPr lang="en-US" sz="4724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• Find the shortest connection path between users.</a:t>
            </a:r>
          </a:p>
          <a:p>
            <a:pPr algn="l">
              <a:lnSpc>
                <a:spcPts val="6614"/>
              </a:lnSpc>
              <a:spcBef>
                <a:spcPct val="0"/>
              </a:spcBef>
            </a:pPr>
            <a:r>
              <a:rPr lang="en-US" sz="4724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• Demonstrate practical use of graph algorithms.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527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/>
        </p:nvSpPr>
        <p:spPr>
          <a:xfrm>
            <a:off x="5609902" y="354625"/>
            <a:ext cx="6948300" cy="18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ALGORITHM</a:t>
            </a:r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0" y="2477834"/>
            <a:ext cx="18288000" cy="57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*Start the program.*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Create an empty graph using an *Adjacency List* or *Adjacency Matrix* to store user connections.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Each *user* in the network is represented as a *node*.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Each *friendship* between two users is represented as an *edge* connecting the nodes.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When a new user joins, add a *new node* to the graph.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To make two users friends, add an *edge* between their nodes (both directions for undirected graph).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2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753" y="820048"/>
            <a:ext cx="18067247" cy="700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Display the list of all users and their friends using the adjacency list.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To find *mutual friends*, take all friends of a user’s friends.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Remove users who are already direct friends or the user itself.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The remaining users are suggested as *mutual friends*.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For exploring connections or suggesting mutual friends in multiple levels, use *BFS (Breadth First Search)* or *DFS (Depth First Search)* traversal.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BFS visits all users level by level starting from a given user.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DFS explores one path deeply before backtracking to explore others.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To find the *shortest connection path* between two users, apply *BFS* since it finds the shortest path in an unweighted graph.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Start BFS from the source user and mark all visited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2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52500"/>
            <a:ext cx="17082849" cy="445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Keep track of each node’s *parent* to reconstruct the connection path later.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When the destination user is found, stop the search.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 Trace back from the destination to the source using the parent list to get the path.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Display the shortest path showing how the two users are connected.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If no path exists, display that the users are not connected.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The process can be repeated for any pair of users in the network.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End the program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2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70336" y="1737508"/>
            <a:ext cx="12547328" cy="7904817"/>
          </a:xfrm>
          <a:custGeom>
            <a:avLst/>
            <a:gdLst/>
            <a:ahLst/>
            <a:cxnLst/>
            <a:rect l="l" t="t" r="r" b="b"/>
            <a:pathLst>
              <a:path w="12547328" h="7904817">
                <a:moveTo>
                  <a:pt x="0" y="0"/>
                </a:moveTo>
                <a:lnTo>
                  <a:pt x="12547328" y="0"/>
                </a:lnTo>
                <a:lnTo>
                  <a:pt x="12547328" y="7904817"/>
                </a:lnTo>
                <a:lnTo>
                  <a:pt x="0" y="7904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70354" y="149898"/>
            <a:ext cx="6016245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-120" dirty="0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IMPLEMENTATI0N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527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268194" y="765469"/>
            <a:ext cx="15201009" cy="7980530"/>
          </a:xfrm>
          <a:custGeom>
            <a:rect b="b" l="l" r="r" t="t"/>
            <a:pathLst>
              <a:path extrusionOk="0" h="7980530" w="15201009">
                <a:moveTo>
                  <a:pt x="0" y="0"/>
                </a:moveTo>
                <a:lnTo>
                  <a:pt x="15201009" y="0"/>
                </a:lnTo>
                <a:lnTo>
                  <a:pt x="15201009" y="7980530"/>
                </a:lnTo>
                <a:lnTo>
                  <a:pt x="0" y="7980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2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65640" y="0"/>
            <a:ext cx="9163880" cy="2384004"/>
          </a:xfrm>
          <a:custGeom>
            <a:avLst/>
            <a:gdLst/>
            <a:ahLst/>
            <a:cxnLst/>
            <a:rect l="l" t="t" r="r" b="b"/>
            <a:pathLst>
              <a:path w="9163880" h="2384004">
                <a:moveTo>
                  <a:pt x="0" y="0"/>
                </a:moveTo>
                <a:lnTo>
                  <a:pt x="9163879" y="0"/>
                </a:lnTo>
                <a:lnTo>
                  <a:pt x="9163879" y="2384004"/>
                </a:lnTo>
                <a:lnTo>
                  <a:pt x="0" y="2384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3942" y="2250654"/>
            <a:ext cx="3901697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-120" dirty="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942" y="3983602"/>
            <a:ext cx="18124058" cy="508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The Social Network Graph program was successfully developed using graph concepts.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It allows users to add new friends, view mutual friends, and find the shortest connection path between two users.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The project shows how graphs can represent real-world social networks.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Using BFS and DFS algorithms, the system can explore user connections easily.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The program helps understand how people are linked and how friend suggestions work on social media platforms.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527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/>
        </p:nvSpPr>
        <p:spPr>
          <a:xfrm>
            <a:off x="0" y="286573"/>
            <a:ext cx="182880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• Overall, the project meets all objectives and demonstrates the practical use of graph data structures in everyday applications.</a:t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27018" y="1895192"/>
            <a:ext cx="49023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CONCLUSION</a:t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-245925" y="3323951"/>
            <a:ext cx="16230600" cy="7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The Social Network Graph project was successfully designed and implemented using graph concepts.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It clearly shows how users in a social network can be represented as nodes, and their friendships as edges.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By using BFS and DFS algorithms, the program can easily find mutual friends and the shortest path between users.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This project helps understand the working of real-world social media networks like Facebook or Instagram.</a:t>
            </a:r>
            <a:endParaRPr/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527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/>
        </p:nvSpPr>
        <p:spPr>
          <a:xfrm>
            <a:off x="0" y="952500"/>
            <a:ext cx="18288000" cy="15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</a:pPr>
            <a:r>
              <a:rPr lang="en-US" sz="3600">
                <a:solidFill>
                  <a:schemeClr val="lt1"/>
                </a:solidFill>
                <a:latin typeface="Radley"/>
                <a:ea typeface="Radley"/>
                <a:cs typeface="Radley"/>
                <a:sym typeface="Radley"/>
              </a:rPr>
              <a:t>It also demonstrates the importance of graph data structures in connecting and analyzing relationships between people.</a:t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6142452" y="7521875"/>
            <a:ext cx="77703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0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